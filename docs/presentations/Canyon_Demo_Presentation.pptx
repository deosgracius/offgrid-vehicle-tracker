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question, not the gear: we took the tracker to the hardest radio environment within reach - a caprock canyon - to find out what it does when terrain, not distance, breaks the link. LIVE DEMO BEAT 1 is already running: both kits were powered at the start of the talk and are acquiring GPS behind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anyone new: two identical halves, nothing is a server. Radio talks to radio over LoRa; each radio feeds its display over Bluetooth. The only custom code in the system is the display firmware. Keep this to one minute - the test is the story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actual maps. Left: the blue circle is where RG sat all morning - the canyon rim, which accidentally gave us a high-ground antenna. Right: the drive - down through the canyon folds, then out onto the dead-flat farmland grid. Two opposite radio worlds in one route: shadowed folds close in, clear line of sight far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it once through, no narration needed - it is captioned. The geometry matches the maps you just saw: RG on the rim at the top right, SF down FM 1721 and west. Seven steps: out, live, stale behind rock, seven minutes of silence, one packet through a gap, self-healing return, guided arrival.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the actual transition, live - the age crosses the two-minute threshold and the DATA STALE banner appears. This is the display doing exactly its job: it cannot know WHY packets stopped, so it reports the one fact it has - how long the silence - and keeps the last position on the glass. Right: the deepest point of the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run on one graph: red stale, green live. The moment that matters is 7:30 - at 4.28 miles, nominally out of contact, the age chip RESET. One packet found a gap in the terrain. In canyon country the link is not on-or-off with distance; it flickers with geometry. The clip shows that packet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numbers that carry the whole engineering story. The first two are the physics (chirp spread spectrum); the airtime number drives the 10-second cadence; 13 bit/s is the deliberate trade of capacity for margin; and the last two are what this test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radios in all four rows. Town eats the signal at half a mile; canyon rock from 1.29; flat car-to-car makes 3.75; and one antenna on the rim stretched line-of-sight range to 4.7. The green bar is the most important one - it is the quantitative case for the repeater, measured by accident because RG happened to park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recovery, live. Age seven minutes, dart hollow - then the land opens at 3.5 miles and the age collapses to 15 seconds in one packet. Nobody pressed anything. Right: the guidance banner walking the driver back to the rim. DEMO BEAT 3 SETUP: as this slide plays, quietly unplug RG's radio at the podium.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Post-test audit, both radios, every setting green - so the stalls were geometry, not configuration. Left: why the loss is a cliff, not a fade. LoRa is perfect at 17.4 dB below the noise and gone at 17.6. An analog radio hisses before it dies; this link is crystal clear until the instant it is not. That is why the fixes on the next slide are all geometric.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Green: already done - the alarm shipped this week, the guidance is road-proven. Orange: next deployment, justified by the green bar two slides back. LoRa fails as a cliff, so every real fix changes the geometry: height, relays, or honest fallbacks for when geometry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run-of-show so the audience understands what they just watched happen live. Beat 3 lands here: hold the display up to the camera - flashing RG LOST, last-known distance and clock direction. One line to end: the system never promised unbreakable radio; it promised to never lie about it. Then Q&amp;A, with the stale-vs-range explanation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image" Target="../media/image8.jp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2.jpg"/><Relationship Id="rId5" Type="http://schemas.microsoft.com/office/2007/relationships/media" Target="../media/media6.mp4"/><Relationship Id="rId6" Type="http://schemas.openxmlformats.org/officeDocument/2006/relationships/video" Target="../media/media6.mp4"/><Relationship Id="rId7" Type="http://schemas.openxmlformats.org/officeDocument/2006/relationships/image" Target="../media/image13.jp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hatsApp Image 2026-10-18 at 8.00.56 AM (2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0"/>
            <a:ext cx="5143500" cy="6858000"/>
          </a:xfrm>
          <a:prstGeom prst="rect">
            <a:avLst/>
          </a:prstGeom>
        </p:spPr>
      </p:pic>
      <p:pic>
        <p:nvPicPr>
          <p:cNvPr id="4" name="Picture 3" descr="WhatsApp Image 2026-10-18 at 8.00.55 A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143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240280"/>
            <a:ext cx="12191695" cy="205740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5059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The Canyon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1012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9D8F0"/>
                </a:solidFill>
                <a:latin typeface="Calibri"/>
              </a:rPr>
              <a:t>Can two vehicles keep track of each other where rock beats radio?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22191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9D8F0"/>
                </a:solidFill>
                <a:latin typeface="Calibri"/>
              </a:rPr>
              <a:t>Ceta Canyon, Palo Duro escarpment  ·  October 18, 2026  ·  Group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Sixty Seconds of Context: What This Is</a:t>
            </a:r>
          </a:p>
        </p:txBody>
      </p:sp>
      <p:pic>
        <p:nvPicPr>
          <p:cNvPr id="3" name="Picture 2" descr="system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949440" cy="6981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63840" y="1371600"/>
            <a:ext cx="3931920" cy="146304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28431" y="1481328"/>
            <a:ext cx="3611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6213D"/>
                </a:solidFill>
                <a:latin typeface="Calibri"/>
              </a:rPr>
              <a:t>No phone. No tower. No internet.</a:t>
            </a:r>
          </a:p>
          <a:p>
            <a:r>
              <a:rPr sz="1250">
                <a:solidFill>
                  <a:srgbClr val="333A48"/>
                </a:solidFill>
                <a:latin typeface="Calibri"/>
              </a:rPr>
              <a:t>Two vehicles exchange GPS over a private 915 MHz LoRa channel, AES-256 encrypted.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3035808"/>
            <a:ext cx="3931920" cy="146304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28431" y="3145536"/>
            <a:ext cx="3611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6213D"/>
                </a:solidFill>
                <a:latin typeface="Calibri"/>
              </a:rPr>
              <a:t>Stock radios, custom glass.</a:t>
            </a:r>
          </a:p>
          <a:p>
            <a:r>
              <a:rPr sz="1250">
                <a:solidFill>
                  <a:srgbClr val="333A48"/>
                </a:solidFill>
                <a:latin typeface="Calibri"/>
              </a:rPr>
              <a:t>Meshtastic radios untouched; our firmware drives a sunlight-readable dashboard display over 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700016"/>
            <a:ext cx="3931920" cy="146304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4809744"/>
            <a:ext cx="3611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6213D"/>
                </a:solidFill>
                <a:latin typeface="Calibri"/>
              </a:rPr>
              <a:t>Honesty as a feature.</a:t>
            </a:r>
          </a:p>
          <a:p>
            <a:r>
              <a:rPr sz="1250">
                <a:solidFill>
                  <a:srgbClr val="333A48"/>
                </a:solidFill>
                <a:latin typeface="Calibri"/>
              </a:rPr>
              <a:t>Every number on screen carries its age. The display never pretends.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The Place: Ceta Canyon</a:t>
            </a:r>
          </a:p>
        </p:txBody>
      </p:sp>
      <p:pic>
        <p:nvPicPr>
          <p:cNvPr id="3" name="Picture 2" descr="map_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143000"/>
            <a:ext cx="3593159" cy="4480560"/>
          </a:xfrm>
          <a:prstGeom prst="rect">
            <a:avLst/>
          </a:prstGeom>
        </p:spPr>
      </p:pic>
      <p:pic>
        <p:nvPicPr>
          <p:cNvPr id="4" name="Picture 3" descr="map_rou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2065258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RG parked here: the rim point above Garrison Retreat Lodge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58064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SF's route: down FM 1721, then west onto the caprock plains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E6B85"/>
                </a:solidFill>
                <a:latin typeface="Calibri"/>
              </a:rPr>
              <a:t>One stationary rim antenna at ~1,100 m, one moving vehicle, pre-dawn, antennas inside the cars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What Happened, Step by Step</a:t>
            </a:r>
          </a:p>
        </p:txBody>
      </p:sp>
      <p:pic>
        <p:nvPicPr>
          <p:cNvPr id="3" name="anim_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4168" y="1005840"/>
            <a:ext cx="9509760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1908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E6B85"/>
                </a:solidFill>
                <a:latin typeface="Calibri"/>
              </a:rPr>
              <a:t>36-second reconstruction on the real route geometry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Watch It Go Stale</a:t>
            </a:r>
          </a:p>
        </p:txBody>
      </p:sp>
      <p:pic>
        <p:nvPicPr>
          <p:cNvPr id="3" name="n1_goingsta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n2_deepest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The banner appears on camera: age 1m to 2m, STALE at 2.7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The deepest point: 4.46 mi, minutes of silence behind rock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The Key Finding: Intermittent, Not Binary</a:t>
            </a:r>
          </a:p>
        </p:txBody>
      </p:sp>
      <p:pic>
        <p:nvPicPr>
          <p:cNvPr id="3" name="Picture 2" descr="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680960" cy="3840480"/>
          </a:xfrm>
          <a:prstGeom prst="rect">
            <a:avLst/>
          </a:prstGeom>
        </p:spPr>
      </p:pic>
      <p:pic>
        <p:nvPicPr>
          <p:cNvPr id="4" name="n3_gappacke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86800" y="1097280"/>
            <a:ext cx="272363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60350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>
                <a:solidFill>
                  <a:srgbClr val="5E6B85"/>
                </a:solidFill>
                <a:latin typeface="Calibri"/>
              </a:rPr>
              <a:t>4.23 mi: age drops to 1m - one packet through a terrain gap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Numbers Worth Remembering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17.5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below the noise floor and still decoding - a whisper under a jet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23444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46304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2,048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31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chips per symbol: the spread-spectrum trick that buys the silence margin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23444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46304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0.56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331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of airtime per position update - the currency every packet spends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13 bit/s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of useful data. Slower than a 1950s teletype - on purpose: capacity traded for range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88620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11480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7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98348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longest silence of the test. Healed by a single packet, no buttons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3886200"/>
            <a:ext cx="3337560" cy="2286000"/>
          </a:xfrm>
          <a:prstGeom prst="roundRect">
            <a:avLst/>
          </a:prstGeom>
          <a:solidFill>
            <a:srgbClr val="F4F6FA"/>
          </a:solidFill>
          <a:ln w="1587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11480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58E1A"/>
                </a:solidFill>
                <a:latin typeface="Calibri"/>
              </a:rPr>
              <a:t>0.5–4.7 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98348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A48"/>
                </a:solidFill>
                <a:latin typeface="Calibri"/>
              </a:rPr>
              <a:t>the measured envelope: terrain and antenna height set it, not the radios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Four Geometries, One Lesson</a:t>
            </a:r>
          </a:p>
        </p:txBody>
      </p:sp>
      <p:pic>
        <p:nvPicPr>
          <p:cNvPr id="3" name="Picture 2" descr="g_onse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509760" cy="42595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E6B85"/>
                </a:solidFill>
                <a:latin typeface="Calibri"/>
              </a:rPr>
              <a:t>Line of sight sets the range; elevation extends it. The rim antenna beat the flat-ground edge by a mile.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Watch It Heal: Seven Minutes to Fifteen Seconds</a:t>
            </a:r>
          </a:p>
        </p:txBody>
      </p:sp>
      <p:pic>
        <p:nvPicPr>
          <p:cNvPr id="3" name="n4_recover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n5_approach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Live on camera: age 7m, then ONE packet - age 15s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CHANGE COURSE chevrons steer the last mile home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Both Radios, Audited After the Test</a:t>
            </a:r>
          </a:p>
        </p:txBody>
      </p:sp>
      <p:pic>
        <p:nvPicPr>
          <p:cNvPr id="3" name="Picture 2" descr="g_ra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15600" cy="4347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E6B85"/>
                </a:solidFill>
                <a:latin typeface="Calibri"/>
              </a:rPr>
              <a:t>Every stall was terrain: both radios verified on every setting, 23.75 dB of link margin in hand.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Making It Reach Farther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E58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31673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E58E1A"/>
                </a:solidFill>
                <a:latin typeface="Calibri"/>
              </a:rPr>
              <a:t>Repeater on high ground</a:t>
            </a:r>
          </a:p>
          <a:p>
            <a:r>
              <a:rPr sz="1300">
                <a:solidFill>
                  <a:srgbClr val="333A48"/>
                </a:solidFill>
                <a:latin typeface="Calibri"/>
              </a:rPr>
              <a:t>One ROUTER node on the rim relays both arms. Cars stay CLIENT_MUTE; recipe ready in docs/REPEATER_RECIPE.md.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18872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79" y="131673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16213D"/>
                </a:solidFill>
                <a:latin typeface="Calibri"/>
              </a:rPr>
              <a:t>Roof-mounted antennas</a:t>
            </a:r>
          </a:p>
          <a:p>
            <a:r>
              <a:rPr sz="1300">
                <a:solidFill>
                  <a:srgbClr val="333A48"/>
                </a:solidFill>
                <a:latin typeface="Calibri"/>
              </a:rPr>
              <a:t>1 m to 3 m of height is worth ~19 dB - more than the whole TX power budget. Pure hardware swap.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7616" y="118872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22208" y="131673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16213D"/>
                </a:solidFill>
                <a:latin typeface="Calibri"/>
              </a:rPr>
              <a:t>Third vehicle as relay</a:t>
            </a:r>
          </a:p>
          <a:p>
            <a:r>
              <a:rPr sz="1300">
                <a:solidFill>
                  <a:srgbClr val="333A48"/>
                </a:solidFill>
                <a:latin typeface="Calibri"/>
              </a:rPr>
              <a:t>Same mechanism, opportunistic. The mesh already supports it with zero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40864" y="3749039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F9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5456" y="3877055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1F9D68"/>
                </a:solidFill>
                <a:latin typeface="Calibri"/>
              </a:rPr>
              <a:t>LINK LOST alarm  (shipped)</a:t>
            </a:r>
          </a:p>
          <a:p>
            <a:r>
              <a:rPr sz="1300">
                <a:solidFill>
                  <a:srgbClr val="333A48"/>
                </a:solidFill>
                <a:latin typeface="Calibri"/>
              </a:rPr>
              <a:t>At 3 minutes of silence the display flashes who, how long, and where last seen - the recovery action on glass.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3749039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F9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3" y="3877055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1F9D68"/>
                </a:solidFill>
                <a:latin typeface="Calibri"/>
              </a:rPr>
              <a:t>Last-known guidance  (proven)</a:t>
            </a:r>
          </a:p>
          <a:p>
            <a:r>
              <a:rPr sz="1300">
                <a:solidFill>
                  <a:srgbClr val="333A48"/>
                </a:solidFill>
                <a:latin typeface="Calibri"/>
              </a:rPr>
              <a:t>Every blackout becomes drive toward where they were. Healed every outage in two road campaigns.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16213D"/>
                </a:solidFill>
                <a:latin typeface="Calibri"/>
              </a:rPr>
              <a:t>The Live Demo, and What Comes Next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298448"/>
            <a:ext cx="566928" cy="566928"/>
          </a:xfrm>
          <a:prstGeom prst="ellipse">
            <a:avLst/>
          </a:prstGeom>
          <a:solidFill>
            <a:srgbClr val="E58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188720"/>
            <a:ext cx="6492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6213D"/>
                </a:solidFill>
                <a:latin typeface="Calibri"/>
              </a:rPr>
              <a:t>Ignition-on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Both kits powered at the start of this talk. The displays found GPS and each other on their own - the screen behind me has been live the whole time.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79776"/>
            <a:ext cx="566928" cy="566928"/>
          </a:xfrm>
          <a:prstGeom prst="ellipse">
            <a:avLst/>
          </a:prstGeom>
          <a:solidFill>
            <a:srgbClr val="E58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70048"/>
            <a:ext cx="6492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6213D"/>
                </a:solidFill>
                <a:latin typeface="Calibri"/>
              </a:rPr>
              <a:t>Ask the mesh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One press of BOOT sends a position request over the air: watch the partner's age drop to seconds, on demand.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261104"/>
            <a:ext cx="566928" cy="566928"/>
          </a:xfrm>
          <a:prstGeom prst="ellipse">
            <a:avLst/>
          </a:prstGeom>
          <a:solidFill>
            <a:srgbClr val="E58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3425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151376"/>
            <a:ext cx="6492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6213D"/>
                </a:solidFill>
                <a:latin typeface="Calibri"/>
              </a:rPr>
              <a:t>The timed reveal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RG's radio was unplugged three slides ago. The display is now flashing RG LOST with the last-known location - the alarm firing exactly as designed.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188720"/>
            <a:ext cx="3566160" cy="4343400"/>
          </a:xfrm>
          <a:prstGeom prst="round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C9D8F0"/>
                </a:solidFill>
                <a:latin typeface="Calibri"/>
              </a:rPr>
              <a:t>•  New Mexico open-road maximum - prediction: beat 3.75 mi with any elevation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C9D8F0"/>
                </a:solidFill>
                <a:latin typeface="Calibri"/>
              </a:rPr>
              <a:t>•  Rim repeater field trial per the ready recipe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C9D8F0"/>
                </a:solidFill>
                <a:latin typeface="Calibri"/>
              </a:rPr>
              <a:t>•  Roof-antenna A/B to price the car-body penalty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C9D8F0"/>
                </a:solidFill>
                <a:latin typeface="Calibri"/>
              </a:rPr>
              <a:t>•  Final demo: December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E6B85"/>
                </a:solidFill>
                <a:latin typeface="Calibri"/>
              </a:rPr>
              <a:t>Every live beat has a video twin in this deck - the demo cannot fail the talk.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