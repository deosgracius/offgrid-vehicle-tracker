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01/11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pic>
        <p:nvPicPr>
          <p:cNvPr id="11"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2" name="Text 9"/>
          <p:cNvSpPr txBox="1"/>
          <p:nvPr/>
        </p:nvSpPr>
        <p:spPr>
          <a:xfrm>
            <a:off x="457200" y="182880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pic>
        <p:nvPicPr>
          <p:cNvPr id="13"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4" name="Text 10"/>
          <p:cNvSpPr txBox="1"/>
          <p:nvPr/>
        </p:nvSpPr>
        <p:spPr>
          <a:xfrm>
            <a:off x="457200" y="25603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pic>
        <p:nvPicPr>
          <p:cNvPr id="15"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6" name="Text 11"/>
          <p:cNvSpPr txBox="1"/>
          <p:nvPr/>
        </p:nvSpPr>
        <p:spPr>
          <a:xfrm>
            <a:off x="457200" y="32461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pic>
        <p:nvPicPr>
          <p:cNvPr id="17"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18" name="Text 12"/>
          <p:cNvSpPr txBox="1"/>
          <p:nvPr/>
        </p:nvSpPr>
        <p:spPr>
          <a:xfrm>
            <a:off x="457200" y="39319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pic>
        <p:nvPicPr>
          <p:cNvPr id="19"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0" name="Shape 13"/>
          <p:cNvSpPr/>
          <p:nvPr/>
        </p:nvSpPr>
        <p:spPr>
          <a:xfrm>
            <a:off x="457200" y="4754880"/>
            <a:ext cx="11292840" cy="1371600"/>
          </a:xfrm>
          <a:prstGeom prst="rect">
            <a:avLst/>
          </a:prstGeom>
          <a:solidFill>
            <a:srgbClr val="16213D"/>
          </a:solidFill>
          <a:ln/>
        </p:spPr>
      </p:sp>
      <p:sp>
        <p:nvSpPr>
          <p:cNvPr id="21" name="Text 14"/>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10/11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11/11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2026-09-07T11:45:14Z</dcterms:created>
  <dcterms:modified xsi:type="dcterms:W3CDTF">2026-09-07T11:45:14Z</dcterms:modified>
</cp:coreProperties>
</file>