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you are about to see is live hardware recorded Saturday night. Two radios, two displays, zero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age number first. Everything on this screen arrives over our private LoRa channel and gets decoded on the display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engineer page. Judges can check the coordinates against a map if they want, these are real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clip is why the UI uses clock positions and banners: at 17 mph nobody reads coordinates.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 flipped handling in raw footage: that drive test is exactly what triggered the course-up firmware fix, shipped the next day. Iteration from road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thesis: nothing between the vehicles but physics and agreement. Then invite questions on the range test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 VEHICLE TRACKER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·  TWO-VEHICLE DRIVE TEST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2026-10-04, Lubbock TX. Every screen in these videos is live hardware: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Meshtastic radios on a private 912.875 MHz LoRa channel, two custom displays. No phone, no internet, no network.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9  ·  CAPSTONE PROJECT LAB  ·  SPONSOR: DR. RICHARD GALE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Up: The Partner Pulls Away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188720"/>
            <a:ext cx="3017520" cy="5367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minute of live tracking, no network anywhere.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01168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SF and its display, side by side and live. Top right: SF&lt;-&gt;RG OK means the radios are actively hearing each other.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 drives away: 621 ft becomes 0.30 miles on screen, position updates every 10 seconds while moving.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 7s" is the honesty meter: how old the partner's last report is. Single digits means the link is fresh.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"apart 15 mph" is computed on the display from consecutive positions, nobody transmits a speed-apart number.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Page: Everything the Link Knows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188720"/>
            <a:ext cx="3017520" cy="5367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telemetry: positions, ages, battery, separation.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01168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CONNECTED, and below it: radios RG&lt;-&gt;SF COMMUNICATING. Two different links, both named.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vehicles' live coordinates to five decimal places, each with its own data age.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 reports its battery over the air: 95 percent. A dying partner radio warns this screen first.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573 ft between vehicles, and in words: SF IS S OF RG. Readable at a glance, at night, on a reflective panel.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With It: The Convoy Page at 17 mph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188720"/>
            <a:ext cx="3017520" cy="5367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display talks like a driver, not like a GPS receiver.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01168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while actually driving: "you 17 mph" is our own GPS speed.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"0.27 Mi at 3 o'clock": the partner's direction in windshield terms, not map terms.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Blinker chevrons and the CHANGE COURSE banner fire when we drive away from the partner for 5 seconds.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"holding" means the gap is steady: the display smooths closing speed so GPS jitter never flaps the label.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Separation, Honestly Reported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188720"/>
            <a:ext cx="3017520" cy="5367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losing ground looks like on the glass.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01168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partner drives off: "apart 13 mph", distance climbing through 0.26 miles.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keeps counting between packets, and past the threshold the arrow hollows: estimate, not measurement.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never pretends. Stale data looks stale, by design.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footage predates our course-up compass update, we held the unit rotated to match the road. The firmware now rotates the compass instead of the driver rotating the display.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</a:t>
            </a:r>
            <a:endParaRPr lang="en-US" sz="3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188720"/>
            <a:ext cx="3017520" cy="53675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8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back together, guided by the arrow.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2011680"/>
            <a:ext cx="7315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leg: "closing 13 mph", 0.37 miles down to 546 ft.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and display in one frame: the radio's OLED shows 1 online and channel utilization in single digits, airtime budget holding.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parked link-up to separation to reunion: one continuous session, zero reconnects, zero touches.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milestone: the open-road range test, measuring signal-to-noise versus distance against our link budget prediction.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2026-10-05T05:38:28Z</dcterms:created>
  <dcterms:modified xsi:type="dcterms:W3CDTF">2026-10-05T05:38:28Z</dcterms:modified>
</cp:coreProperties>
</file>